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72C1-609D-FCEE-B4B6-249E886B9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BF536-0607-51D9-5141-9FD2D7C20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677FC-2CE6-24ED-CCF1-54D24459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26214-EC53-F9DE-5120-244169ED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C227-F50B-5716-A532-2B3CDC035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3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14C8-A892-1C13-9977-2F48CE59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92AB-53EC-BB47-F3E7-A6170316C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D3ED-BEAD-1D59-75E9-6AB650F4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2395-4E3C-A09C-DDBF-A6D56B3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7D081-87E6-4276-1971-17649410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91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5BBD6-50C4-5CCC-1936-1490C7B6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66DE1-BA6B-23BA-4358-0D09FB14A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8BAAC-1E26-0080-5E67-70D12757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9076-044A-1016-2D79-A5F9DF4B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D6C0D-E590-AD6E-DF20-C66663E5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3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9B69B-D45C-A72E-EA65-5056DAEB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07E92-045E-6C21-CA40-9D2CFEBE2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5C598-B9BD-E80F-073A-57F66C43D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7C9FE-D7A1-B8B7-84E4-3EEFF8A4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CFF05-C24E-C027-39B1-4765A59F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36906-B75A-3169-EF45-57068D255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22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21E7-5710-F325-D330-30835974C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21591-E3BC-DF81-4E2D-8A5AA6CF0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E5C4F-69B9-FFE6-CBCD-D8784E319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4C917-D285-6E90-7B14-A10387BB3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6F8688-89B3-A5AE-D4CD-C72390D5E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EA79E-EA24-2BF4-AB68-06625279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9786E-8E5C-BA4B-1562-6C26D8EA3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431A6-C9DC-7C2B-E9A3-F1EFBD734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8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4C416-2DB9-8A50-3B89-14CDF73D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FB67-863C-3DD8-AE72-74A4B83B0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4A825-0032-211A-A088-9F30F450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58000-D28A-B544-4C7E-60F7851EE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87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ED335F-4B36-DB84-8F0D-7C13A5455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F655D4-3317-AAD2-2773-C25BB195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30123-8C49-E727-B47D-922D77933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FF516-DE0E-25DB-7DDC-0836CC0C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B115A-CBB4-4237-8CD8-62E67390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D79F2-06D6-CCB7-EB0F-28646D288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90FA4-8992-A8EE-FD18-CA473895E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5C7DF-DB3F-D292-A2F7-44A1119B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D462F-7379-0B99-642C-172974B98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79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7D7D-DF95-DF6A-6797-8AAC0B54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12D16-4E1C-2828-7BCD-1B6158C63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2B8DD-411E-E2C8-9FA2-5FB627671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C1840-EAFD-0601-D210-4A6EA994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8967E-7E0C-1FED-0D4D-1E62D03C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E7CEE-8CD9-453A-4CE9-69DA662B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0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B6C0-EFDA-27A7-086F-AEFE03C1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FE226-82D5-FBA3-1A61-0BA1011D5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5EF4-7A65-2BBF-1A14-9268B01D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9D43-91E5-DFC5-91FF-331B6AD4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8E380-C503-23B3-31DB-4A40E872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6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B4964-7019-FE48-1B8F-AD2EC5CFD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FE896-7502-ECA1-26F0-73AEDDCD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E0D2D-E59A-B683-73D6-4ED0EB77A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3342-B65D-4227-D054-C1EB2635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76C2-D632-BC10-A315-45D2125B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9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73ED3-1340-0FB9-2372-9AF442136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A3727-7B53-DFAB-2430-8478DA2C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556BF-B5CF-543D-4FC4-68D8BEC84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CEE88-399A-427C-A403-7BA02A4F5B6A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CEF55-B068-382F-5C4C-F6E935A2D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02A6D-9F6D-4AB5-300A-9A9A5D73D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6355F-1A74-4BA4-A144-E70F8AAC78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0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48A42-4405-4AE1-FA18-6C3BABC9B7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 Filter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BFEF8-3CA2-2447-1B42-97F95592F4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Python GUI Image Processing Application</a:t>
            </a:r>
          </a:p>
          <a:p>
            <a:endParaRPr lang="en-US" dirty="0"/>
          </a:p>
          <a:p>
            <a:r>
              <a:rPr lang="en-US" dirty="0"/>
              <a:t>By: Randall Milner</a:t>
            </a:r>
          </a:p>
          <a:p>
            <a:r>
              <a:rPr lang="en-US" dirty="0"/>
              <a:t>CS3080</a:t>
            </a:r>
          </a:p>
          <a:p>
            <a:r>
              <a:rPr lang="en-US" dirty="0"/>
              <a:t>Semester Project</a:t>
            </a:r>
          </a:p>
        </p:txBody>
      </p:sp>
    </p:spTree>
    <p:extLst>
      <p:ext uri="{BB962C8B-B14F-4D97-AF65-F5344CB8AC3E}">
        <p14:creationId xmlns:p14="http://schemas.microsoft.com/office/powerpoint/2010/main" val="218523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24CFD-5D85-9B78-A8C7-969E5C7C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GUI and Image Display (</a:t>
            </a:r>
            <a:r>
              <a:rPr lang="en-US" dirty="0" err="1"/>
              <a:t>tkinter</a:t>
            </a:r>
            <a:r>
              <a:rPr lang="en-US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C1A283-591C-20A5-892B-4376F1471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69" y="1521806"/>
            <a:ext cx="5431172" cy="5246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7EC090-994B-8D26-32B3-6777ACE22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915" y="1521806"/>
            <a:ext cx="5433751" cy="524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31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93547-A3D7-6EBC-1593-9C563C62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C9818-314E-F97F-D916-82DED8816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6" y="1819721"/>
            <a:ext cx="4691953" cy="4419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537749-B32A-1E33-7118-1344F3046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055" y="365125"/>
            <a:ext cx="2717673" cy="58741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D6DB17-DFDB-2925-9B93-75755B5A7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909" y="384105"/>
            <a:ext cx="2732709" cy="14622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FDD24C-5518-238D-7516-6AAD2EA94F3C}"/>
              </a:ext>
            </a:extLst>
          </p:cNvPr>
          <p:cNvSpPr txBox="1"/>
          <p:nvPr/>
        </p:nvSpPr>
        <p:spPr>
          <a:xfrm>
            <a:off x="331541" y="6266618"/>
            <a:ext cx="4639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Uses PIL (Pillow) methods to apply the simpler filters to the image.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AAB2A1-63B6-0C09-6EA7-D3F72F5F620B}"/>
              </a:ext>
            </a:extLst>
          </p:cNvPr>
          <p:cNvSpPr txBox="1"/>
          <p:nvPr/>
        </p:nvSpPr>
        <p:spPr>
          <a:xfrm>
            <a:off x="8455686" y="1926990"/>
            <a:ext cx="3670853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Breaks PIL image down into a NumPy array so that OpenCV can process it.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Smooths the image data slightly.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Reshapes image data into a list of pixels for color clustering.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Reduces the number of main colors the image is comprised of (8 in this case).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Converts the color centers (clusters) back into normal image values.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Replaces every pixel with one of the simplified colors.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Converts image to grayscale to detect edges and outline them.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Converts everything back to RGB.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Increases saturation and brightness.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Converts the NumPy array back into a PIL image and returns that image.</a:t>
            </a:r>
          </a:p>
        </p:txBody>
      </p:sp>
    </p:spTree>
    <p:extLst>
      <p:ext uri="{BB962C8B-B14F-4D97-AF65-F5344CB8AC3E}">
        <p14:creationId xmlns:p14="http://schemas.microsoft.com/office/powerpoint/2010/main" val="1400942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EF0D-66C7-E347-283F-46CC9182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Neat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D2600-1BFA-95EE-2838-EED606971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680" y="1478049"/>
            <a:ext cx="4934639" cy="981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6DAF69-71E1-395C-9FAE-09D4BCB8D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3" y="3233474"/>
            <a:ext cx="5436771" cy="26334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8254B6-C43B-A2C1-4C4C-CAB3813739C9}"/>
              </a:ext>
            </a:extLst>
          </p:cNvPr>
          <p:cNvSpPr txBox="1"/>
          <p:nvPr/>
        </p:nvSpPr>
        <p:spPr>
          <a:xfrm>
            <a:off x="3628680" y="2503479"/>
            <a:ext cx="4884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Image is automatically resized as the window size is adjusted.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F5EB1-9CC2-1987-33CB-E012ECA54756}"/>
              </a:ext>
            </a:extLst>
          </p:cNvPr>
          <p:cNvSpPr txBox="1"/>
          <p:nvPr/>
        </p:nvSpPr>
        <p:spPr>
          <a:xfrm>
            <a:off x="165042" y="5911128"/>
            <a:ext cx="55729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</a:t>
            </a:r>
            <a:r>
              <a:rPr lang="en-US" sz="1400" b="1" dirty="0" err="1"/>
              <a:t>open_image</a:t>
            </a:r>
            <a:r>
              <a:rPr lang="en-US" sz="1400" b="1" dirty="0"/>
              <a:t>()</a:t>
            </a:r>
            <a:r>
              <a:rPr lang="en-US" sz="1400" dirty="0"/>
              <a:t>) Saves copy of original resolution image and creates a lower resolution copy to increase performance while using GUI.</a:t>
            </a:r>
          </a:p>
          <a:p>
            <a:r>
              <a:rPr lang="en-US" sz="1400" dirty="0"/>
              <a:t>(All filters are applied to original copy when saving image so that the quality is the same as the original but performance is much better)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75AFD4-205E-FB94-D4DA-AAA8FACD5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979" y="3233474"/>
            <a:ext cx="4782217" cy="28102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4CB6F34-921E-81D1-AE0F-53B7A6E018EA}"/>
              </a:ext>
            </a:extLst>
          </p:cNvPr>
          <p:cNvSpPr txBox="1"/>
          <p:nvPr/>
        </p:nvSpPr>
        <p:spPr>
          <a:xfrm>
            <a:off x="8376270" y="6043741"/>
            <a:ext cx="1724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save_image</a:t>
            </a:r>
            <a:r>
              <a:rPr lang="en-US" sz="14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7759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3FDD-7210-B625-3E10-A3478C520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DE705-B34A-871D-4264-5C1946FE1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10" y="1474726"/>
            <a:ext cx="3401291" cy="255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807BC-1EC8-5DA8-3EBB-7F1D32F84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980" y="1474727"/>
            <a:ext cx="3370039" cy="2557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DF185-1AAC-EBAB-3D05-2B612BDB5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8" y="1487853"/>
            <a:ext cx="3370039" cy="2544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CCBDA5-4F57-8B4E-F4F6-202C222D55F9}"/>
              </a:ext>
            </a:extLst>
          </p:cNvPr>
          <p:cNvSpPr txBox="1"/>
          <p:nvPr/>
        </p:nvSpPr>
        <p:spPr>
          <a:xfrm>
            <a:off x="584509" y="4036901"/>
            <a:ext cx="3117272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Original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D8709-F716-2EAE-2EF1-E0EC9921A316}"/>
              </a:ext>
            </a:extLst>
          </p:cNvPr>
          <p:cNvSpPr txBox="1"/>
          <p:nvPr/>
        </p:nvSpPr>
        <p:spPr>
          <a:xfrm>
            <a:off x="4537363" y="3997037"/>
            <a:ext cx="3117272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Grayscale + Blur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C5054-E5AF-6BC5-244A-E00491297788}"/>
              </a:ext>
            </a:extLst>
          </p:cNvPr>
          <p:cNvSpPr txBox="1"/>
          <p:nvPr/>
        </p:nvSpPr>
        <p:spPr>
          <a:xfrm>
            <a:off x="8508381" y="3997037"/>
            <a:ext cx="3117272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Cartoonified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1F99850-F4B8-9A88-BDAF-897B0877A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547" y="4477344"/>
            <a:ext cx="2968903" cy="22498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7058BF-0D31-292C-56A2-37D32E9792B9}"/>
              </a:ext>
            </a:extLst>
          </p:cNvPr>
          <p:cNvSpPr txBox="1"/>
          <p:nvPr/>
        </p:nvSpPr>
        <p:spPr>
          <a:xfrm>
            <a:off x="1420091" y="5081894"/>
            <a:ext cx="3117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Grayscale -&gt;</a:t>
            </a:r>
          </a:p>
          <a:p>
            <a:pPr algn="r"/>
            <a:r>
              <a:rPr lang="en-US" dirty="0"/>
              <a:t>Blur -&gt;</a:t>
            </a:r>
          </a:p>
          <a:p>
            <a:pPr algn="r"/>
            <a:r>
              <a:rPr lang="en-US" dirty="0"/>
              <a:t>Edge Detection -&gt;</a:t>
            </a:r>
          </a:p>
          <a:p>
            <a:pPr algn="r"/>
            <a:r>
              <a:rPr lang="en-US" dirty="0" err="1"/>
              <a:t>Cartoonify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0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231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Image Filter App</vt:lpstr>
      <vt:lpstr>APP GUI and Image Display (tkinter) </vt:lpstr>
      <vt:lpstr>Filters</vt:lpstr>
      <vt:lpstr>Some Neat Functions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Randall Milner</dc:creator>
  <cp:lastModifiedBy>Randall Milner</cp:lastModifiedBy>
  <cp:revision>1</cp:revision>
  <dcterms:created xsi:type="dcterms:W3CDTF">2026-05-03T22:34:41Z</dcterms:created>
  <dcterms:modified xsi:type="dcterms:W3CDTF">2026-05-03T23:35:32Z</dcterms:modified>
</cp:coreProperties>
</file>