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497764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368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99868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65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708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71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474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019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19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5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945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A40CEE88-399A-427C-A403-7BA02A4F5B6A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6E6355F-1A74-4BA4-A144-E70F8AAC78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19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48A42-4405-4AE1-FA18-6C3BABC9B7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Image Filter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ABFEF8-3CA2-2447-1B42-97F95592F4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Python GUI Image Processing Application</a:t>
            </a:r>
          </a:p>
          <a:p>
            <a:endParaRPr lang="en-US" dirty="0"/>
          </a:p>
          <a:p>
            <a:r>
              <a:rPr lang="en-US" dirty="0"/>
              <a:t>By: Randall Milner</a:t>
            </a:r>
          </a:p>
          <a:p>
            <a:r>
              <a:rPr lang="en-US" dirty="0"/>
              <a:t>CS3080</a:t>
            </a:r>
          </a:p>
          <a:p>
            <a:r>
              <a:rPr lang="en-US" dirty="0"/>
              <a:t>Semester Project</a:t>
            </a:r>
          </a:p>
        </p:txBody>
      </p:sp>
    </p:spTree>
    <p:extLst>
      <p:ext uri="{BB962C8B-B14F-4D97-AF65-F5344CB8AC3E}">
        <p14:creationId xmlns:p14="http://schemas.microsoft.com/office/powerpoint/2010/main" val="2185239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4CFD-5D85-9B78-A8C7-969E5C7CB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269" y="-223384"/>
            <a:ext cx="10297862" cy="1325562"/>
          </a:xfrm>
        </p:spPr>
        <p:txBody>
          <a:bodyPr/>
          <a:lstStyle/>
          <a:p>
            <a:r>
              <a:rPr lang="en-US" dirty="0"/>
              <a:t>APP GUI and Image Display (</a:t>
            </a:r>
            <a:r>
              <a:rPr lang="en-US" dirty="0" err="1"/>
              <a:t>tkinter</a:t>
            </a:r>
            <a:r>
              <a:rPr lang="en-US" dirty="0"/>
              <a:t>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1A283-591C-20A5-892B-4376F1471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59" y="1521806"/>
            <a:ext cx="5431172" cy="52461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7EC090-994B-8D26-32B3-6777ACE22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623" y="1521806"/>
            <a:ext cx="5433751" cy="524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231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93547-A3D7-6EBC-1593-9C563C62A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7" y="68162"/>
            <a:ext cx="9692640" cy="1325562"/>
          </a:xfrm>
        </p:spPr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C9818-314E-F97F-D916-82DED8816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27" y="1819721"/>
            <a:ext cx="4691953" cy="44195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537749-B32A-1E33-7118-1344F3046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2200" y="392505"/>
            <a:ext cx="2717673" cy="58741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D6DB17-DFDB-2925-9B93-75755B5A7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5393" y="392505"/>
            <a:ext cx="2732709" cy="14622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FDD24C-5518-238D-7516-6AAD2EA94F3C}"/>
              </a:ext>
            </a:extLst>
          </p:cNvPr>
          <p:cNvSpPr txBox="1"/>
          <p:nvPr/>
        </p:nvSpPr>
        <p:spPr>
          <a:xfrm>
            <a:off x="29207" y="6215520"/>
            <a:ext cx="4639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Uses PIL (Pillow) methods to apply the simpler filters to the image.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AAB2A1-63B6-0C09-6EA7-D3F72F5F620B}"/>
              </a:ext>
            </a:extLst>
          </p:cNvPr>
          <p:cNvSpPr txBox="1"/>
          <p:nvPr/>
        </p:nvSpPr>
        <p:spPr>
          <a:xfrm>
            <a:off x="7629873" y="1957674"/>
            <a:ext cx="3670853" cy="4447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Breaks PIL image down into a NumPy array so that OpenCV can process it.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Smooths the image data slightly.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Reshapes image data into a list of pixels for color clustering.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Reduces the number of main colors the image is comprised of (8 in this case).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Converts the color centers (clusters) back into normal image values.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Replaces every pixel with one of the simplified colors.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Converts image to grayscale to detect edges and outline them.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Converts everything back to RGB.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Increases saturation and brightness.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Converts the NumPy array back into a PIL image and returns that image.</a:t>
            </a:r>
          </a:p>
        </p:txBody>
      </p:sp>
    </p:spTree>
    <p:extLst>
      <p:ext uri="{BB962C8B-B14F-4D97-AF65-F5344CB8AC3E}">
        <p14:creationId xmlns:p14="http://schemas.microsoft.com/office/powerpoint/2010/main" val="140094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EF0D-66C7-E347-283F-46CC91829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102" y="-54288"/>
            <a:ext cx="9692640" cy="1325562"/>
          </a:xfrm>
        </p:spPr>
        <p:txBody>
          <a:bodyPr/>
          <a:lstStyle/>
          <a:p>
            <a:r>
              <a:rPr lang="en-US" dirty="0"/>
              <a:t>Some Neat Functions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D2600-1BFA-95EE-2838-EED606971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42" y="1315492"/>
            <a:ext cx="4934639" cy="981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6DAF69-71E1-395C-9FAE-09D4BCB8D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43" y="3233474"/>
            <a:ext cx="5436771" cy="26334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8254B6-C43B-A2C1-4C4C-CAB3813739C9}"/>
              </a:ext>
            </a:extLst>
          </p:cNvPr>
          <p:cNvSpPr txBox="1"/>
          <p:nvPr/>
        </p:nvSpPr>
        <p:spPr>
          <a:xfrm>
            <a:off x="35634" y="2340922"/>
            <a:ext cx="48849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Image is automatically resized as the window size is adjusted.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EF5EB1-9CC2-1987-33CB-E012ECA54756}"/>
              </a:ext>
            </a:extLst>
          </p:cNvPr>
          <p:cNvSpPr txBox="1"/>
          <p:nvPr/>
        </p:nvSpPr>
        <p:spPr>
          <a:xfrm>
            <a:off x="165042" y="5911128"/>
            <a:ext cx="55729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(</a:t>
            </a:r>
            <a:r>
              <a:rPr lang="en-US" sz="1400" b="1" dirty="0" err="1"/>
              <a:t>open_image</a:t>
            </a:r>
            <a:r>
              <a:rPr lang="en-US" sz="1400" b="1" dirty="0"/>
              <a:t>()</a:t>
            </a:r>
            <a:r>
              <a:rPr lang="en-US" sz="1400" dirty="0"/>
              <a:t>) Saves copy of original resolution image and creates a lower resolution copy to increase performance while using GUI.</a:t>
            </a:r>
          </a:p>
          <a:p>
            <a:r>
              <a:rPr lang="en-US" sz="1400" dirty="0"/>
              <a:t>(All filters are applied to original copy when saving image so that the quality is the same as the original but performance is much better)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75AFD4-205E-FB94-D4DA-AAA8FACD5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233474"/>
            <a:ext cx="4782217" cy="28102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CB6F34-921E-81D1-AE0F-53B7A6E018EA}"/>
              </a:ext>
            </a:extLst>
          </p:cNvPr>
          <p:cNvSpPr txBox="1"/>
          <p:nvPr/>
        </p:nvSpPr>
        <p:spPr>
          <a:xfrm>
            <a:off x="7787127" y="6043741"/>
            <a:ext cx="172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save_image</a:t>
            </a:r>
            <a:r>
              <a:rPr lang="en-US" sz="1400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277598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43FDD-7210-B625-3E10-A3478C520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509" y="-87004"/>
            <a:ext cx="9692640" cy="1325562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BDE705-B34A-871D-4264-5C1946FE1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78" y="1439418"/>
            <a:ext cx="3401291" cy="25576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8807BC-1EC8-5DA8-3EBB-7F1D32F84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6163" y="1487853"/>
            <a:ext cx="3370039" cy="25576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DDF185-1AAC-EBAB-3D05-2B612BDB5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5349" y="1487853"/>
            <a:ext cx="3370039" cy="2544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CCBDA5-4F57-8B4E-F4F6-202C222D55F9}"/>
              </a:ext>
            </a:extLst>
          </p:cNvPr>
          <p:cNvSpPr txBox="1"/>
          <p:nvPr/>
        </p:nvSpPr>
        <p:spPr>
          <a:xfrm>
            <a:off x="165478" y="4010861"/>
            <a:ext cx="3117272" cy="374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Original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3D8709-F716-2EAE-2EF1-E0EC9921A316}"/>
              </a:ext>
            </a:extLst>
          </p:cNvPr>
          <p:cNvSpPr txBox="1"/>
          <p:nvPr/>
        </p:nvSpPr>
        <p:spPr>
          <a:xfrm>
            <a:off x="3925202" y="3997037"/>
            <a:ext cx="3117272" cy="374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Grayscale + Blur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CC5054-E5AF-6BC5-244A-E00491297788}"/>
              </a:ext>
            </a:extLst>
          </p:cNvPr>
          <p:cNvSpPr txBox="1"/>
          <p:nvPr/>
        </p:nvSpPr>
        <p:spPr>
          <a:xfrm>
            <a:off x="8083782" y="4010938"/>
            <a:ext cx="3117272" cy="374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Cartoonified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F99850-F4B8-9A88-BDAF-897B0877A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9386" y="4434385"/>
            <a:ext cx="2968903" cy="22498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97058BF-0D31-292C-56A2-37D32E9792B9}"/>
              </a:ext>
            </a:extLst>
          </p:cNvPr>
          <p:cNvSpPr txBox="1"/>
          <p:nvPr/>
        </p:nvSpPr>
        <p:spPr>
          <a:xfrm>
            <a:off x="745031" y="5100305"/>
            <a:ext cx="3117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Grayscale -&gt;</a:t>
            </a:r>
          </a:p>
          <a:p>
            <a:pPr algn="r"/>
            <a:r>
              <a:rPr lang="en-US" dirty="0"/>
              <a:t>Blur -&gt;</a:t>
            </a:r>
          </a:p>
          <a:p>
            <a:pPr algn="r"/>
            <a:r>
              <a:rPr lang="en-US" dirty="0"/>
              <a:t>Edge Detection -&gt;</a:t>
            </a:r>
          </a:p>
          <a:p>
            <a:pPr algn="r"/>
            <a:r>
              <a:rPr lang="en-US" dirty="0" err="1"/>
              <a:t>Cartoonify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503992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65</TotalTime>
  <Words>231</Words>
  <Application>Microsoft Office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Schoolbook</vt:lpstr>
      <vt:lpstr>Wingdings 2</vt:lpstr>
      <vt:lpstr>View</vt:lpstr>
      <vt:lpstr>Image Filter App</vt:lpstr>
      <vt:lpstr>APP GUI and Image Display (tkinter) </vt:lpstr>
      <vt:lpstr>Filters</vt:lpstr>
      <vt:lpstr>Some Neat Functions</vt:lpstr>
      <vt:lpstr>Examples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Randall Milner</dc:creator>
  <cp:lastModifiedBy>Randall Milner</cp:lastModifiedBy>
  <cp:revision>2</cp:revision>
  <dcterms:created xsi:type="dcterms:W3CDTF">2026-05-03T22:34:41Z</dcterms:created>
  <dcterms:modified xsi:type="dcterms:W3CDTF">2026-05-03T23:39:42Z</dcterms:modified>
</cp:coreProperties>
</file>